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3"/>
    <p:restoredTop sz="94558"/>
  </p:normalViewPr>
  <p:slideViewPr>
    <p:cSldViewPr snapToGrid="0">
      <p:cViewPr varScale="1">
        <p:scale>
          <a:sx n="108" d="100"/>
          <a:sy n="108" d="100"/>
        </p:scale>
        <p:origin x="24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8793-40E6-CDF3-240E-07A0FBAA7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4226B-CE62-98B3-CC2E-D14C31A45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2EDDD-213C-1ACE-C4A8-98A56234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5E05C-0A4D-3C2A-DD4B-0C3D7FB5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5E267-92D0-36C2-6912-679C4AA9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2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B208-ACD3-AC10-D44F-5365D80E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B43E3-21A9-513E-3D00-9BAF42D6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C8B10-DB1F-41E6-6F66-CC426C92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FEB7-5EED-5A4C-61ED-19AFB4C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05AF4-953B-B597-3D94-0C18833E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8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1CD3-9D6D-6BC5-CCBC-AFCB1C7F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E7CF-4E05-3350-B74A-DD36695DA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0FA3-763F-A009-0422-F0F876662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34CE7-CA72-F132-2863-8BE68469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E1FE-FC25-88AD-5E5F-315CF1DB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6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2BF2-25DA-C28C-8BCF-CE46F861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17744-55D0-62CB-E07C-8C22800C2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4C803-75BB-11A6-0C81-5D8C0B96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33031-1307-DAA3-3FAA-3D999599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B2862-C227-0FC1-19A8-40B87125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FAEFE-7007-320B-F7D8-2B8B48DB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0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539C-B34A-3861-E368-F38A034D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9055D-F043-6401-0AD6-BCEC938E5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F5C4A-FB5C-55A4-E477-CAEDCE61F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61629-4390-FC59-218E-EAC146E7D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761BA-5D33-96E8-AF84-EEE489A9E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F1A6D-2280-7E15-E18B-42A95348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8F60F-96AD-730F-4449-5459465B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C2747-8A9E-CDDF-BC05-CF9501B4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7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CAF6-68AB-E15A-C622-C16AF943E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9B93A-B1E1-ADC9-120C-83A81276B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E0440-A064-1662-2A05-15515FAA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14F66-DC30-60F5-6BC1-D7E9D413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2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CDCE7-0B4A-5C02-58E6-A2912EEF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6E1A3-631E-97BF-F205-6433861F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AE9FF-CBF2-7E39-7D43-F71699FC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76BF-FB8C-D2E8-AAEC-6B8E19FB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93AD5-B295-98DB-8318-191DCA046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89A4D-8EC0-FDFB-B483-A8CEE4DD8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DFA3A-547D-B3F5-3FE6-381DE26F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7650-90F3-3C82-8B8D-D34EBF41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1142-241D-94FA-378C-D9D3BE5B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9EE9-0E42-5624-14B2-08ABFC14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EE984-F90F-00DB-90F8-CF00698CF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7C8F9-E50F-BC0A-31CC-60387B0E8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485A-F4BE-48AC-6EC1-8E9AB61A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9F7F5-C81B-8350-D2BC-3B17CE24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4C9BE-FAC3-E54B-9681-9E5B3CF0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AF31-1539-132F-1161-1FC62B7C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3E627-FA49-5647-2048-4DF53B3E1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9180-F1EE-636D-FEDF-12ACA022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796F-41C8-B3B7-F247-AA62A2AA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6363A-35DC-8648-A49D-B567CE88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7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025AC-54A4-CAA7-463F-166D62372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84503-C70E-85BC-0899-E058C107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FA802-CF53-590B-C402-FD227149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B1CFA-502B-8DD7-0BF8-9B278D00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42A10-1184-A084-D644-32213C48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4D7C-D71C-5376-6A70-D5BA22D5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FFC34-D1AC-E274-31FA-4D294D950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160A-D7B6-E06A-70FF-6852FFDF6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028B7-0D8D-DE46-89AB-DA4A56B28B11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72BD9-9922-4AE2-C223-44D8EB6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C109-5915-1EC3-BE5D-C1C4B113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B1C70-610E-484D-82D8-C5EF40BFA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85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6A66C276-7DE4-C8F5-6F30-6DAA1F1A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370" y="2235960"/>
            <a:ext cx="7772400" cy="1920392"/>
          </a:xfrm>
          <a:prstGeom prst="rect">
            <a:avLst/>
          </a:prstGeom>
        </p:spPr>
      </p:pic>
      <p:pic>
        <p:nvPicPr>
          <p:cNvPr id="9" name="Picture 8" descr="A person in a suit speaking&#10;&#10;AI-generated content may be incorrect.">
            <a:extLst>
              <a:ext uri="{FF2B5EF4-FFF2-40B4-BE49-F238E27FC236}">
                <a16:creationId xmlns:a16="http://schemas.microsoft.com/office/drawing/2014/main" id="{DC46B0B4-EEA8-AF97-C610-AACF4220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72" y="1713244"/>
            <a:ext cx="3862496" cy="3335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4BD37A-4331-2FE9-D73E-879699BC6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72" y="391125"/>
            <a:ext cx="11361056" cy="6610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473C0F-8FAD-44FB-2D74-6F1F2DEAB7DD}"/>
              </a:ext>
            </a:extLst>
          </p:cNvPr>
          <p:cNvSpPr txBox="1"/>
          <p:nvPr/>
        </p:nvSpPr>
        <p:spPr>
          <a:xfrm>
            <a:off x="537271" y="6180542"/>
            <a:ext cx="10203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[Note: In place of “Our work” use “RESEARCH”; in place of “Our Playbook” use “MEDIA + VIDEOS”; in place of “Our Blog” use “THE COLLISION”; in place of “Your Turn” use “DATA + ARTIFACTS”]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C567F-1FE4-C105-ADE4-843D53B527F3}"/>
              </a:ext>
            </a:extLst>
          </p:cNvPr>
          <p:cNvSpPr txBox="1"/>
          <p:nvPr/>
        </p:nvSpPr>
        <p:spPr>
          <a:xfrm>
            <a:off x="653138" y="5477003"/>
            <a:ext cx="10203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[Note: In place of “SHIFTING BRANDS FROM GIVING UP TO MOVING FORWARD” use “ERIC SO: MIT PROFESSOR OF GLOBAL ECONOMICS AND BEHAVIORAL SCIENCE”]</a:t>
            </a:r>
          </a:p>
        </p:txBody>
      </p:sp>
    </p:spTree>
    <p:extLst>
      <p:ext uri="{BB962C8B-B14F-4D97-AF65-F5344CB8AC3E}">
        <p14:creationId xmlns:p14="http://schemas.microsoft.com/office/powerpoint/2010/main" val="4287367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E6C9521-7A72-52E3-8698-685D80090966}"/>
              </a:ext>
            </a:extLst>
          </p:cNvPr>
          <p:cNvSpPr txBox="1"/>
          <p:nvPr/>
        </p:nvSpPr>
        <p:spPr>
          <a:xfrm>
            <a:off x="790645" y="5842004"/>
            <a:ext cx="10203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[Note: On the subpages, I want a dynamic background that moves and changes colors to sit behind the text as in the above example]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EC1F42-DC43-83E6-79C3-53CCFCF5B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123" y="1095549"/>
            <a:ext cx="4588287" cy="397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E5A9E-5EFF-5FD3-DA9A-4C2B4CF43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2"/>
          <a:stretch>
            <a:fillRect/>
          </a:stretch>
        </p:blipFill>
        <p:spPr>
          <a:xfrm>
            <a:off x="6502367" y="1227044"/>
            <a:ext cx="3484781" cy="330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4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black screen with text&#10;&#10;AI-generated content may be incorrect.">
            <a:extLst>
              <a:ext uri="{FF2B5EF4-FFF2-40B4-BE49-F238E27FC236}">
                <a16:creationId xmlns:a16="http://schemas.microsoft.com/office/drawing/2014/main" id="{9A04CA41-2335-699B-6E5E-3DBAEF242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21" y="889348"/>
            <a:ext cx="4972275" cy="4728575"/>
          </a:xfrm>
          <a:prstGeom prst="rect">
            <a:avLst/>
          </a:prstGeom>
        </p:spPr>
      </p:pic>
      <p:pic>
        <p:nvPicPr>
          <p:cNvPr id="7" name="Picture 6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1C9E754C-72B1-CDF2-CB65-A83D5013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94" y="1412042"/>
            <a:ext cx="4973117" cy="4205881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6BA41323-BEF1-40AC-32A9-CBB799323700}"/>
              </a:ext>
            </a:extLst>
          </p:cNvPr>
          <p:cNvSpPr/>
          <p:nvPr/>
        </p:nvSpPr>
        <p:spPr>
          <a:xfrm>
            <a:off x="5787025" y="3081403"/>
            <a:ext cx="846381" cy="532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41031-A894-E8A0-F7BB-85E27A30A829}"/>
              </a:ext>
            </a:extLst>
          </p:cNvPr>
          <p:cNvSpPr txBox="1"/>
          <p:nvPr/>
        </p:nvSpPr>
        <p:spPr>
          <a:xfrm>
            <a:off x="586321" y="6048260"/>
            <a:ext cx="8775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[Note: when scrolling, the background and text changes colors as in the above example]</a:t>
            </a:r>
          </a:p>
        </p:txBody>
      </p:sp>
    </p:spTree>
    <p:extLst>
      <p:ext uri="{BB962C8B-B14F-4D97-AF65-F5344CB8AC3E}">
        <p14:creationId xmlns:p14="http://schemas.microsoft.com/office/powerpoint/2010/main" val="262031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128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So</dc:creator>
  <cp:lastModifiedBy>Eric So</cp:lastModifiedBy>
  <cp:revision>7</cp:revision>
  <dcterms:created xsi:type="dcterms:W3CDTF">2026-02-23T16:45:07Z</dcterms:created>
  <dcterms:modified xsi:type="dcterms:W3CDTF">2026-03-03T16:44:13Z</dcterms:modified>
</cp:coreProperties>
</file>